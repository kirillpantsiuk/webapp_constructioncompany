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9B916-0052-4765-B0DE-0A12F48DDB96}" type="datetimeFigureOut">
              <a:rPr lang="uk-UA" smtClean="0"/>
              <a:t>07.06.2025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B55BE-7EEF-4FA3-B423-30B4A9FD1A6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210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45CF3-22C4-89D7-55EE-FF3A383B6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4314B1E-E33A-CC1E-3668-E96A8A9AF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F23FD39-A028-DF6D-B123-129DA327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6C738-BE25-42B6-9A26-6E72776F99E3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4F8FCF-CD28-08AD-1460-163FC64D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38E475-39F3-1BF2-E744-621FE902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972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01521-6A09-CC5E-6F0A-1A210B002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150566-18B3-EC9B-8ECB-178DACBF2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ECBD5A7-1382-E07D-2276-42A3C61D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8460E-31E0-4055-B76A-E75A7E287CD5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3779995-9516-519F-4A57-35C0D11A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F7FB99-FD17-5FF8-62C1-5E85F791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621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84118-30CF-245C-2AE1-04979B7E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98A9831-12C2-8CB8-A33A-82DBB281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E7AF3BF-1CEA-8A91-144C-7D9371DE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27914-4DC5-4E4E-9418-0643232D3A88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70902C4-3D7C-9883-A10A-A8113540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C599CC5-0644-61ED-3BBD-5714970E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733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E6D81-A6DB-3D46-1B35-0B66F48D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41E5AB-865C-F9E0-5735-A0F4726F7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9386C36-8816-8A7B-5923-8DE71C14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86B7AFD-41B3-CD12-97BC-7947E29E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8FDA-01E7-4EEC-A1D4-5A8958CF7359}" type="datetime1">
              <a:rPr lang="uk-UA" smtClean="0"/>
              <a:t>07.06.2025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5C902AA-99B0-B238-C1DE-D226D76EA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0BAEDB7-1551-DCE3-6067-B6E682FD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773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FEA65-3727-01FA-5F39-8D811055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1356154-D78B-B006-C642-6967B508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27B9784-2DDD-A070-8028-B0BE9962A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C9C9F21-20DF-4062-5B9E-8D14C5327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4DFF1AF-9618-B895-68B5-0B3E8B909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36E22C1-0E38-815B-232E-F062F604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A21B-097E-4897-BD25-FC60392A69D5}" type="datetime1">
              <a:rPr lang="uk-UA" smtClean="0"/>
              <a:t>07.06.2025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3C536F6-BA44-A8D4-078B-762BED5E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69F7C06-1BD7-FAF9-541D-A68CD1BF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070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83C45-2160-3692-A298-3FD51585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64B2523-5C51-2EC3-0D86-1AE19A72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D425-012F-4F31-A442-4888533DBF2F}" type="datetime1">
              <a:rPr lang="uk-UA" smtClean="0"/>
              <a:t>07.06.2025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F5EEFEF-ED5C-DF56-1951-6A3AC966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1A5619C-3101-7EEF-918D-6B846B4D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460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7DD1DE2-CB8C-C851-0BC5-07A2F161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EFB0-BC80-4F5C-BAA8-0CA14B17B6B0}" type="datetime1">
              <a:rPr lang="uk-UA" smtClean="0"/>
              <a:t>07.06.2025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3D6130E-C7C4-DAAE-3554-1C0F8179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0891043-3358-0F14-80B1-E54181CD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393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65826-82A1-C88E-4EEE-680C0EE8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8E91E85-5E87-C582-6554-0596D501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E9ED336-7A6E-49F4-948E-1910AA492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011D7D4-4E74-E95B-7B92-BD9DE169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C25-098D-4491-8AF7-23A2FE1C7E24}" type="datetime1">
              <a:rPr lang="uk-UA" smtClean="0"/>
              <a:t>07.06.2025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F480D4-B664-AAC5-3D7A-3EC48686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5633D13-6C80-8AB1-8098-F926D3EE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166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0AB11-1355-59D4-C6C4-DBF6248A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8AD838C-163F-D7B0-FC53-B37F32D46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EDB56E5-57B3-0765-22FE-224D91280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9727E62-11DF-3AC1-4BD6-1EEB25B4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801C0-70C8-4870-8C54-57E64CD48B91}" type="datetime1">
              <a:rPr lang="uk-UA" smtClean="0"/>
              <a:t>07.06.2025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DE97176-DC10-1839-6D03-76E3200F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F35B5EB-1502-975F-E5F7-622675F9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2085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B5AF4-C43E-5972-2437-8B6E3B25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CADF7EA-8254-734D-2C83-C04D226B7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6F1F656-65B4-618E-4086-B5CF45B5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5740-DA70-41B9-9424-80B1B6FD5474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28ACC2-5F6B-5105-F125-F9A299AA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5A8B7D-BF4B-3E8D-19F7-6779A6FA1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525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453D3B9-A66C-CDFD-65AE-808F46FE5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10B020D-3D8C-52FC-0BA4-CD970471E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16C4F1B-D077-CB6B-B2E9-39D5FD42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D99-D4E2-49E7-8A0D-2DBF0F550C71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4F47311-9675-C489-5FBF-D3569296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9794E1-3AD0-CA41-3231-96C999F2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441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921C478-4E0D-B68B-B25D-000ACEFD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E6B0E04-79DA-7C98-F652-E7551500C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3439362-F297-3438-6912-10142A61E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CF8D2-5325-482C-B4CB-055FC2449CC3}" type="datetime1">
              <a:rPr lang="uk-UA" smtClean="0"/>
              <a:t>07.06.2025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48EFF73-05F4-F415-74AF-321652FEE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7721E3-C09D-AD83-8197-448F17E3C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7DC62-D392-49CB-9045-46F4DB8E803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529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CE2BFF-905F-03BE-24A5-35BC4311C457}"/>
              </a:ext>
            </a:extLst>
          </p:cNvPr>
          <p:cNvSpPr txBox="1"/>
          <p:nvPr/>
        </p:nvSpPr>
        <p:spPr>
          <a:xfrm>
            <a:off x="2719181" y="215493"/>
            <a:ext cx="6991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КРЕМЕНЧУЦЬКИЙ НАЦІОНАЛЬНИЙ УНІВЕРСИТЕТ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ІМЕНІ МИХАЙЛА ОСТРОГРАДСЬКОГО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АВТОМАТИЗАЦІЇ ТА ІНФОРМАЦІЙНИХ СИСТЕМ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1FC7A-27C7-9B7A-C82C-C6AF90A15FA5}"/>
              </a:ext>
            </a:extLst>
          </p:cNvPr>
          <p:cNvSpPr txBox="1"/>
          <p:nvPr/>
        </p:nvSpPr>
        <p:spPr>
          <a:xfrm>
            <a:off x="2084732" y="2111273"/>
            <a:ext cx="8570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Презентація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проходження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виробничої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практики на тему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927A3-BF4C-F227-34C0-581362994BED}"/>
              </a:ext>
            </a:extLst>
          </p:cNvPr>
          <p:cNvSpPr txBox="1"/>
          <p:nvPr/>
        </p:nvSpPr>
        <p:spPr>
          <a:xfrm>
            <a:off x="0" y="3076017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web-застосунку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автоматизації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будівельної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фірми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346818-FCBC-3470-4BCB-49049549817D}"/>
              </a:ext>
            </a:extLst>
          </p:cNvPr>
          <p:cNvSpPr txBox="1"/>
          <p:nvPr/>
        </p:nvSpPr>
        <p:spPr>
          <a:xfrm>
            <a:off x="7043677" y="4909983"/>
            <a:ext cx="46530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 студент групи КН-22-2 </a:t>
            </a:r>
            <a:r>
              <a:rPr lang="uk-UA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Панцюк</a:t>
            </a:r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К.В.</a:t>
            </a:r>
          </a:p>
          <a:p>
            <a:pPr algn="r"/>
            <a:r>
              <a:rPr lang="uk-U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 практики: Шевченко І. В.</a:t>
            </a:r>
          </a:p>
        </p:txBody>
      </p:sp>
    </p:spTree>
    <p:extLst>
      <p:ext uri="{BB962C8B-B14F-4D97-AF65-F5344CB8AC3E}">
        <p14:creationId xmlns:p14="http://schemas.microsoft.com/office/powerpoint/2010/main" val="61399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E25F-FD16-6ED0-B91D-4CD2D23F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B38FE-8D1A-444C-66A0-19997119F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Основними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завданнями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вирішити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проходження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практики, були: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1141E-6BA3-03E0-E991-088B495CA2A3}"/>
              </a:ext>
            </a:extLst>
          </p:cNvPr>
          <p:cNvSpPr txBox="1"/>
          <p:nvPr/>
        </p:nvSpPr>
        <p:spPr>
          <a:xfrm>
            <a:off x="316396" y="1690688"/>
            <a:ext cx="115592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1.Проведення аналізу діяльності будівельної компанії, визначення її, структури, ключових напрямків та специфіку будівельних процесів.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2.Дослідження існуючих засобів управління інформаційними потоками та оцінка рівня автоматизації внутрішніх бізнес–процесів.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3.Виконання функціонального моделювання ключових об’єктів автоматизації та визначення можливих напрямків їх оптимізації.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4.Аналіз потреб компанії у вдосконаленні системи обліку працівників, формування графіків роботи та ведення внутрішньої документації.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5.Розробка концепції веб–додатку для автоматизації управління процесами будівельної компанії.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6.Визначення основних функціональних вимог до роботи веб–додатку та розробка відповідної функціональної моделі.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3943728-8039-58CD-FC5F-6E5E77A0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9026" y="7052089"/>
            <a:ext cx="4114800" cy="365125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D6E3B06-E7D6-78F1-76E1-6BF81EA13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76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8DF77-6F87-B5B8-8575-2388433C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місця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проєктованої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комплексі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завдань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1DBC2-6AB3-1766-D733-C012EC0317D1}"/>
              </a:ext>
            </a:extLst>
          </p:cNvPr>
          <p:cNvSpPr txBox="1"/>
          <p:nvPr/>
        </p:nvSpPr>
        <p:spPr>
          <a:xfrm>
            <a:off x="586408" y="1862583"/>
            <a:ext cx="11357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процесі дослідження структури та роботи будівельної компанії, було виявлено ряд можливих покращень та удосконалень для спрощення процесу управління компанією.</a:t>
            </a:r>
          </a:p>
          <a:p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Серед них: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автоматизація обліку працівників та клієнтів;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формування графіку роботи працівників та автоматизоване створення бригад;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формування довідок платіжок та паперів різного типу;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перегляд  та ведення різних довідкових матеріалів;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проведення різних типів аналізу серед них: багатокритеріальній аналіз для підбору працівників, виконання АВС аналізу для розподілу ресурсів за їх значимістю;</a:t>
            </a:r>
          </a:p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наочна демонстрація початку та кінця роботи над об’єктом з використанням діаграм </a:t>
            </a:r>
            <a:r>
              <a:rPr lang="uk-UA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Ганта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8A42734-52C4-7538-18DC-04E7524C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7F287C-14DC-FBF6-3FE8-E74E617C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07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565EBE-CB37-CF36-3D1F-7C3F64BFF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045" y="1336551"/>
            <a:ext cx="7942330" cy="514638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18C7E1-ECC9-5AC3-4A59-F9AEB604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2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IDEF0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діяльності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 «БК СЕРВІСРЕМБУД»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B011676-20C2-B0B2-4D5F-5BD35A84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863246"/>
            <a:ext cx="4114800" cy="365125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FEF7A09-8386-394D-EE5A-9C0EDF60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0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0D76-EC67-FB3B-08B3-26258427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0751E-2B6D-2E5C-0838-49BF138C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2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Декомпозована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діаграма діяльності компанії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A5EE1D-E9B8-E537-5F21-BC7604F6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48" y="1352885"/>
            <a:ext cx="7889873" cy="5224376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7BEBB29-19FC-408A-D271-3B1C0FF8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F2EFB61-D8FB-2B84-1918-4C0DB0A7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8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A86ACC-EAC1-7028-ED17-F721AF4E5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65" y="1292875"/>
            <a:ext cx="8014890" cy="52514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3A45E-7B25-B975-0A24-32F729D7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процесу закупівлі матеріалів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9E924B7-C2FD-A1BC-2134-D471381D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5B3BDB7-7E69-B340-EDA8-9980AD98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64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F863-7E2A-729B-D2B3-0C0F676E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791EE-927D-06D3-24F2-307E4A9B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Декомпозиція процесу виконання будівельних робіт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FEB030-6FB1-74A2-1D5E-81F5DB37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87" y="1234616"/>
            <a:ext cx="7928549" cy="5203878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A85E79B-815E-47C1-5C4F-FAE7757E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F654878-3E82-EEE7-9ABB-B36E24DB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0C87-3CD3-8E89-66AF-8BD28784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53621-3BD6-7F1F-EEDB-0762D6CB3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Декомпозиція процесу здачі об’єкту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17AD3C-7518-592E-CD78-E2BFAD2E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77" y="1217313"/>
            <a:ext cx="7943253" cy="5191776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E80C6E1-96D4-8CE0-E208-E7E797BE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F3DA1CC-71F5-D669-8C7B-A8B4D005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28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A7B2-9B17-1294-42E0-503E106D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778BB1-9E0F-AA46-A04E-5FD653789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73" y="1313070"/>
            <a:ext cx="8054661" cy="50057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54B24-737D-F463-A5B9-70E44CE5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роботи додатку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CE26ECC-20F2-BF14-1B16-DED1BF69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7A82BD7-0508-DBB7-9303-C84B27AA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27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CDAA0-C3A5-240F-5BBE-A128883F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7" y="1226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Декомпозована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31E18D-4BD2-6970-7AAD-0D3F25DA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15" y="1342818"/>
            <a:ext cx="7622343" cy="5044632"/>
          </a:xfrm>
          <a:prstGeom prst="rect">
            <a:avLst/>
          </a:prstGeom>
        </p:spPr>
      </p:pic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2365449-BA68-64FD-6F2F-347BFA02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6257D35-B1AC-E598-9AE2-1F17A848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393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7671ED-49CD-E77B-4ED2-111230A3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44" y="1284877"/>
            <a:ext cx="7923374" cy="533398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77274-92E2-1436-681B-DF3270FA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Декомпозований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фінансовими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документами»</a:t>
            </a:r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933E89C-83F1-8CBF-CEE9-06B85305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8D562CA-AC7E-EB3C-F1C9-AAF60BA6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59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E0F3-5C92-C3C6-79C5-66BB2CF4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6333F3-1276-FCC4-33FC-28B7119BA07D}"/>
              </a:ext>
            </a:extLst>
          </p:cNvPr>
          <p:cNvSpPr txBox="1"/>
          <p:nvPr/>
        </p:nvSpPr>
        <p:spPr>
          <a:xfrm>
            <a:off x="665924" y="1117795"/>
            <a:ext cx="111914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ході виробничої практики були виконані такі завдання: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1.Проведено аналіз діяльності ТОВ «БК СЕРВІСРЕМБУД» визначено його структуру, функціональні напрями та ключові бізнес–процеси.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2.Досліджено існуючі засоби автоматизації управління компанією.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3.Виконано функціональне моделювання процесів управління будівельними роботами та організації праці.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4.Розроблено концепцію веб–додатку для автоматизації управління персоналом, документами та бізнес–процесами компанії.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5.Визначено основні функціональні вимоги до роботи веб–додатку.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6.Проведено моделювання бізнес–процесів у нотації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структурованого відображення потоків інформації у межах компанії.</a:t>
            </a:r>
          </a:p>
          <a:p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7.Підготовлено звіт про проходження практики.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F9006-ADAA-0854-BF5D-2CC6FA21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3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6E6987E-68BA-E836-5ADE-E0804D92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06543BC-A856-13D2-F8C0-03BB3900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14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32798-9ED7-99A3-F7CF-5E25082C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Дякую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увагу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9112DB7-769C-CD01-ADD8-5B686C74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89FE79A-E25A-920D-2F02-5F44584B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7DC62-D392-49CB-9045-46F4DB8E803A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0296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443</Words>
  <Application>Microsoft Office PowerPoint</Application>
  <PresentationFormat>Широкий екран</PresentationFormat>
  <Paragraphs>66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Презентація PowerPoint</vt:lpstr>
      <vt:lpstr>Основними завданнями, які необхідно вирішити під час проходження практики, були:</vt:lpstr>
      <vt:lpstr>Визначення місця проєктованої задачі в комплексі завдань та її опис</vt:lpstr>
      <vt:lpstr>Контекстна IDEF0 діаграма діяльності  ТОВ «БК СЕРВІСРЕМБУД»</vt:lpstr>
      <vt:lpstr>Декомпозована діаграма діяльності компанії</vt:lpstr>
      <vt:lpstr>Схема процесу закупівлі матеріалів</vt:lpstr>
      <vt:lpstr>Декомпозиція процесу виконання будівельних робіт</vt:lpstr>
      <vt:lpstr>Декомпозиція процесу здачі об’єкту</vt:lpstr>
      <vt:lpstr>DFD діаграма роботи додатку</vt:lpstr>
      <vt:lpstr>Декомпозована DFD діаграма</vt:lpstr>
      <vt:lpstr>Декомпозований процес  «Управління фінансовими документами»</vt:lpstr>
      <vt:lpstr>Висновки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2025-06-03T13:52:26Z</dcterms:created>
  <dcterms:modified xsi:type="dcterms:W3CDTF">2025-06-07T06:52:17Z</dcterms:modified>
</cp:coreProperties>
</file>